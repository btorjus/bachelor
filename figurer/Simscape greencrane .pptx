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62" autoAdjust="0"/>
    <p:restoredTop sz="94660"/>
  </p:normalViewPr>
  <p:slideViewPr>
    <p:cSldViewPr snapToGrid="0">
      <p:cViewPr>
        <p:scale>
          <a:sx n="75" d="100"/>
          <a:sy n="75" d="100"/>
        </p:scale>
        <p:origin x="1449" y="3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7B001-FAEB-4520-9AF3-920DC797AD2A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4AE9C-87C1-40E8-92F2-2F710FC2F4C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84163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4AE9C-87C1-40E8-92F2-2F710FC2F4C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72382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987B-F6A1-AB56-D3F7-D8713C7A2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8D9A5-8132-A2D9-0A80-6025C0AC7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57537-48E6-D383-216D-DD10672BD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6714B-08A9-7E16-F7B4-E9C2E0BA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FCC71-7B1A-3FD4-8105-BC99BF7D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5002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346C-F783-FAB2-A7D5-9250467F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DF02B-C8D9-EB84-34C9-CA6EC6CEF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88DE0-17D0-ECA7-5214-9D0E2BEA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4092B-972D-6FA1-BEDE-3DEA3973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5A6D6-71CB-2CFB-C0B5-2FD5706C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3706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F2D5-3164-6B12-D6FC-1A881C2F3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EF5BC-F615-528B-EE95-16DAC233D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BAB89-7706-7822-7C37-00B12C4C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F60F8-D7E6-EF36-51E6-6860B5B6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AD302-B55E-EAD2-52FF-014187F1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9940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DED9-BE78-3E7C-1711-E74177CDB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E719D-D20D-3B3B-CFCD-9E42F503F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CEA26-1C75-1A39-83EB-02717A848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D15B4-FE9B-1B8B-0B93-EE297D1A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BFD1F-B19E-EC3D-6029-955BE1B6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52528-BA5E-47CA-6260-79853FC6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43535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DEAC-B7D3-8176-6FBB-E2E0E913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3E647-CFEF-A813-7C1D-53063CF6C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2976F-DA0D-C14A-9167-00F1E506C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D07E8-2B18-0CCC-4F04-B2736A99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9198C-7F88-E224-ED91-289954F04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309CB-270A-8391-FBC6-E31589CA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C76E9-5E71-F25B-2B31-DCA577D6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A5907-0D28-6139-C919-834B0D3CB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42218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A7411-9336-3461-B180-9ECA76DF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33EE3-B753-6E40-DEA2-75643368E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D3E60-984A-E2C1-813E-7D5628E94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5A673-B8CA-421E-2DCD-536DB3795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1024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597FC-E483-F6E3-5850-8780F875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8B3AB-4615-F007-9735-80426ABC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6AE6C-774D-F86B-4846-2A8110C4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53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2DD6-896B-0D91-145F-B490BFEC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B3E3-3285-EC4D-3139-18C375DD3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F0BEE-425C-B949-4476-472B4FCBA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30B7E-9297-B19A-8EC3-62DA2EAA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6E2C8-B809-02D3-14CE-1AF93B9F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4880A-066F-13CF-C109-40FCD3AE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084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CF5C-CB26-F257-89EF-E58AA640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5408C-7B36-8A25-1907-E354950680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275F3-D1FE-DEE2-1578-FB425483E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19F4F-22AC-89AA-934A-D21F5F6D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75F89-EEE9-801D-5746-9C1CC6CC6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C098E-8BEB-4479-9149-86B1D4E3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5663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7778A-F306-E6D4-A93F-A09CFDBA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682BF-0D59-F1FE-F4BA-3C4F7A99B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16F23-335C-D788-57BF-7611538E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2C646-F962-F238-18FC-D585CBAC8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B692D-9D80-CA65-286C-A4CFE5CF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212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95C8BF-D680-5D4B-80E8-013554BAF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97BEA-9792-AEB6-8C02-74EC52F71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FF5F6-B961-6141-B85C-C01124AFB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BAD00-087E-D82F-1FB8-B06A00D2D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826E8-B2B8-068C-8602-68E3E945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89374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F2AEE-E868-2D75-FD48-EA70E38F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2229F-3D44-5DB2-49D9-CF11C1164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A9A31-2191-E517-567E-8D2BEAE14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4DD3E-F52F-43C7-98C7-2B888D953AB7}" type="datetimeFigureOut">
              <a:rPr lang="nb-NO" smtClean="0"/>
              <a:t>23.03.2026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85F5-9CEC-09BE-2F87-44FA6ECC5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DC80C-E354-95D3-97BB-E4AE9C65C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D37A7-EC3F-4B56-94AA-7E319AB957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3478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CAE166-9789-BD07-E2DE-B80BCD01D1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0034"/>
            <a:ext cx="12192000" cy="5457932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9E7E50BF-305D-98EC-8B89-4C947089BD85}"/>
              </a:ext>
            </a:extLst>
          </p:cNvPr>
          <p:cNvSpPr/>
          <p:nvPr/>
        </p:nvSpPr>
        <p:spPr>
          <a:xfrm>
            <a:off x="376687" y="4044911"/>
            <a:ext cx="387801" cy="387801"/>
          </a:xfrm>
          <a:prstGeom prst="ellipse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85A332-8C93-EE45-1CCA-14EB30867C76}"/>
              </a:ext>
            </a:extLst>
          </p:cNvPr>
          <p:cNvSpPr/>
          <p:nvPr/>
        </p:nvSpPr>
        <p:spPr>
          <a:xfrm>
            <a:off x="535754" y="330702"/>
            <a:ext cx="387801" cy="387801"/>
          </a:xfrm>
          <a:prstGeom prst="ellipse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B03618-FAC4-8C4F-47BC-D8FD8399973D}"/>
              </a:ext>
            </a:extLst>
          </p:cNvPr>
          <p:cNvCxnSpPr>
            <a:cxnSpLocks/>
          </p:cNvCxnSpPr>
          <p:nvPr/>
        </p:nvCxnSpPr>
        <p:spPr>
          <a:xfrm flipH="1">
            <a:off x="304800" y="697472"/>
            <a:ext cx="331488" cy="4538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0456CD-A19F-FD2F-5C7F-BA86C29146C3}"/>
                  </a:ext>
                </a:extLst>
              </p:cNvPr>
              <p:cNvSpPr txBox="1"/>
              <p:nvPr/>
            </p:nvSpPr>
            <p:spPr>
              <a:xfrm>
                <a:off x="588142" y="330702"/>
                <a:ext cx="2660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nb-NO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0456CD-A19F-FD2F-5C7F-BA86C2914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42" y="330702"/>
                <a:ext cx="266098" cy="369332"/>
              </a:xfrm>
              <a:prstGeom prst="rect">
                <a:avLst/>
              </a:prstGeom>
              <a:blipFill>
                <a:blip r:embed="rId4"/>
                <a:stretch>
                  <a:fillRect l="-25000" r="-27273" b="-983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CA84FF-52E2-7587-FECE-1E06A7D53BA8}"/>
                  </a:ext>
                </a:extLst>
              </p:cNvPr>
              <p:cNvSpPr txBox="1"/>
              <p:nvPr/>
            </p:nvSpPr>
            <p:spPr>
              <a:xfrm>
                <a:off x="435742" y="4054146"/>
                <a:ext cx="2775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nb-NO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CA84FF-52E2-7587-FECE-1E06A7D53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42" y="4054146"/>
                <a:ext cx="277576" cy="369332"/>
              </a:xfrm>
              <a:prstGeom prst="rect">
                <a:avLst/>
              </a:prstGeom>
              <a:blipFill>
                <a:blip r:embed="rId5"/>
                <a:stretch>
                  <a:fillRect l="-23913" r="-23913" b="-983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DACD0773-9E11-B1CD-EFE7-39BE6B62B821}"/>
              </a:ext>
            </a:extLst>
          </p:cNvPr>
          <p:cNvSpPr/>
          <p:nvPr/>
        </p:nvSpPr>
        <p:spPr>
          <a:xfrm>
            <a:off x="2266429" y="836555"/>
            <a:ext cx="387801" cy="387801"/>
          </a:xfrm>
          <a:prstGeom prst="ellipse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F892D9-8213-7C8B-0702-DE52B844E5B0}"/>
                  </a:ext>
                </a:extLst>
              </p:cNvPr>
              <p:cNvSpPr txBox="1"/>
              <p:nvPr/>
            </p:nvSpPr>
            <p:spPr>
              <a:xfrm>
                <a:off x="2328478" y="846083"/>
                <a:ext cx="265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nb-NO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F892D9-8213-7C8B-0702-DE52B844E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478" y="846083"/>
                <a:ext cx="265201" cy="369332"/>
              </a:xfrm>
              <a:prstGeom prst="rect">
                <a:avLst/>
              </a:prstGeom>
              <a:blipFill>
                <a:blip r:embed="rId6"/>
                <a:stretch>
                  <a:fillRect l="-27907" r="-23256" b="-1000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292ED9-C8C3-E8DA-2C4D-D783043A293B}"/>
              </a:ext>
            </a:extLst>
          </p:cNvPr>
          <p:cNvCxnSpPr>
            <a:cxnSpLocks/>
          </p:cNvCxnSpPr>
          <p:nvPr/>
        </p:nvCxnSpPr>
        <p:spPr>
          <a:xfrm flipH="1">
            <a:off x="2007870" y="1203325"/>
            <a:ext cx="359093" cy="7169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A2187B-A105-045A-7162-10C694C149CD}"/>
              </a:ext>
            </a:extLst>
          </p:cNvPr>
          <p:cNvCxnSpPr>
            <a:cxnSpLocks/>
          </p:cNvCxnSpPr>
          <p:nvPr/>
        </p:nvCxnSpPr>
        <p:spPr>
          <a:xfrm>
            <a:off x="742950" y="4310063"/>
            <a:ext cx="619125" cy="314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64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Torjus Brekke</dc:creator>
  <cp:lastModifiedBy>Torjus Brekke</cp:lastModifiedBy>
  <cp:revision>3</cp:revision>
  <dcterms:created xsi:type="dcterms:W3CDTF">2026-03-23T12:02:25Z</dcterms:created>
  <dcterms:modified xsi:type="dcterms:W3CDTF">2026-03-23T12:56:00Z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2026-03-23T12:26:48Z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ce3d9aab-7f9e-4d24-8c39-27d3d4ec9c75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10, 3, 0, 1</vt:lpwstr>
  </property>
</Properties>
</file>